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Q2 Budget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Platform planning — budget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Summary table</a:t>
            </a:r>
          </a:p>
          <a:p>
            <a:pPr>
              <a:defRPr sz="1800"/>
            </a:pPr>
            <a:r>
              <a:t>• Revenue target: $4.2M</a:t>
            </a:r>
          </a:p>
          <a:p>
            <a:pPr>
              <a:defRPr sz="1800"/>
            </a:pPr>
            <a:r>
              <a:t>• OpEx cap: $1.8M</a:t>
            </a:r>
          </a:p>
          <a:p>
            <a:pPr>
              <a:defRPr sz="1800"/>
            </a:pPr>
            <a:r>
              <a:t>• Headcount: 42 FTE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Cost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Cloud spend, contractor ramp, and vendor renewals.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Q2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Q2 forecast</a:t>
            </a:r>
          </a:p>
          <a:p>
            <a:pPr>
              <a:defRPr sz="1800"/>
            </a:pPr>
            <a:r>
              <a:t>• Revenue: $1.05M (actual) vs $1.1M (plan)</a:t>
            </a:r>
          </a:p>
          <a:p>
            <a:pPr>
              <a:defRPr sz="1800"/>
            </a:pPr>
            <a:r>
              <a:t>• Burn: $420K</a:t>
            </a:r>
          </a:p>
          <a:p>
            <a:pPr>
              <a:defRPr sz="1800"/>
            </a:pPr>
            <a:r>
              <a:t>• Runway: 14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Finalize board pack by Friday.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